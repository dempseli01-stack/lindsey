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3D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1463040" cy="73152"/>
          </a:xfrm>
          <a:prstGeom prst="rect">
            <a:avLst/>
          </a:prstGeom>
          <a:solidFill>
            <a:srgbClr val="C47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Lindsey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D8E0D4"/>
                </a:solidFill>
                <a:latin typeface="Calibri"/>
              </a:rPr>
              <a:t>A clear story, thoughtfully told.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7F2EA"/>
                </a:solidFill>
                <a:latin typeface="Calibri"/>
              </a:rPr>
              <a:t>Overview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Who this is for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What matters most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How the work comes together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Where things go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544A"/>
                </a:solidFill>
                <a:latin typeface="Calibri"/>
              </a:rPr>
              <a:t>Lindsey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7E5A"/>
                </a:solidFill>
                <a:latin typeface="Calibri"/>
              </a:rPr>
              <a:t>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68880"/>
            <a:ext cx="1097280" cy="73152"/>
          </a:xfrm>
          <a:prstGeom prst="rect">
            <a:avLst/>
          </a:prstGeom>
          <a:solidFill>
            <a:srgbClr val="C47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1A2F23"/>
                </a:solidFill>
                <a:latin typeface="Georgia"/>
              </a:rPr>
              <a:t>Meet Lindsey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5C544A"/>
                </a:solidFill>
                <a:latin typeface="Calibri"/>
              </a:rPr>
              <a:t>A simple frame for who she is, what she values, and how she shows 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guides the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1206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920240"/>
            <a:ext cx="822960" cy="73152"/>
          </a:xfrm>
          <a:prstGeom prst="rect">
            <a:avLst/>
          </a:prstGeom>
          <a:solidFill>
            <a:srgbClr val="C47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2F23"/>
                </a:solidFill>
                <a:latin typeface="Georgia"/>
              </a:rPr>
              <a:t>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Clarity over clutter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Care in the details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Honesty in the message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Warmth without noise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1206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920240"/>
            <a:ext cx="822960" cy="73152"/>
          </a:xfrm>
          <a:prstGeom prst="rect">
            <a:avLst/>
          </a:prstGeom>
          <a:solidFill>
            <a:srgbClr val="C47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2F23"/>
                </a:solidFill>
                <a:latin typeface="Georgia"/>
              </a:rPr>
              <a:t>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Start with the audience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Say the important thing first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Keep the design calm and intentional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1A16"/>
                </a:solidFill>
                <a:latin typeface="Calibri"/>
              </a:rPr>
              <a:t>•  Leave room to breathe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Focus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Storytelling that feels personal and grounded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Presentations that are easy to follow and hard to forget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Visual systems that stay consistent across formats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Collaboration that moves from idea to finished piece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544A"/>
                </a:solidFill>
                <a:latin typeface="Calibri"/>
              </a:rPr>
              <a:t>Lindsey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Looking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Sharpen the narrative for new audiences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Build a reusable slide system for future decks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Pair strong writing with restrained design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1E1A16"/>
                </a:solidFill>
                <a:latin typeface="Calibri"/>
              </a:rPr>
              <a:t>•  Invite feedback and iterate with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544A"/>
                </a:solidFill>
                <a:latin typeface="Calibri"/>
              </a:rPr>
              <a:t>Lindsey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463040" cy="73152"/>
          </a:xfrm>
          <a:prstGeom prst="rect">
            <a:avLst/>
          </a:prstGeom>
          <a:solidFill>
            <a:srgbClr val="C47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D8E0D4"/>
                </a:solidFill>
                <a:latin typeface="Calibri"/>
              </a:rPr>
              <a:t>Let’s keep the conversation going.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7F2EA"/>
                </a:solidFill>
                <a:latin typeface="Calibri"/>
              </a:rPr>
              <a:t>Lindsey  ·  Overview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